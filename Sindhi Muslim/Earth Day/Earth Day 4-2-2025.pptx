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0" r:id="rId1"/>
  </p:sldMasterIdLst>
  <p:sldIdLst>
    <p:sldId id="256" r:id="rId2"/>
    <p:sldId id="257" r:id="rId3"/>
    <p:sldId id="258" r:id="rId4"/>
    <p:sldId id="280" r:id="rId5"/>
    <p:sldId id="281" r:id="rId6"/>
    <p:sldId id="282" r:id="rId7"/>
    <p:sldId id="283" r:id="rId8"/>
    <p:sldId id="279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42D4-4BE4-4C92-88B2-8B6B9E2B8DA3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AE1DE-E85F-4D98-AF45-341368108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812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42D4-4BE4-4C92-88B2-8B6B9E2B8DA3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AE1DE-E85F-4D98-AF45-341368108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632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42D4-4BE4-4C92-88B2-8B6B9E2B8DA3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AE1DE-E85F-4D98-AF45-341368108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867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42D4-4BE4-4C92-88B2-8B6B9E2B8DA3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AE1DE-E85F-4D98-AF45-341368108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451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42D4-4BE4-4C92-88B2-8B6B9E2B8DA3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AE1DE-E85F-4D98-AF45-341368108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071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42D4-4BE4-4C92-88B2-8B6B9E2B8DA3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AE1DE-E85F-4D98-AF45-341368108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346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42D4-4BE4-4C92-88B2-8B6B9E2B8DA3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AE1DE-E85F-4D98-AF45-341368108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408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42D4-4BE4-4C92-88B2-8B6B9E2B8DA3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AE1DE-E85F-4D98-AF45-341368108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136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42D4-4BE4-4C92-88B2-8B6B9E2B8DA3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AE1DE-E85F-4D98-AF45-341368108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338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42D4-4BE4-4C92-88B2-8B6B9E2B8DA3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AE1DE-E85F-4D98-AF45-341368108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317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42D4-4BE4-4C92-88B2-8B6B9E2B8DA3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AE1DE-E85F-4D98-AF45-341368108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56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42D4-4BE4-4C92-88B2-8B6B9E2B8DA3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AE1DE-E85F-4D98-AF45-34136810844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084071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42D4-4BE4-4C92-88B2-8B6B9E2B8DA3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AE1DE-E85F-4D98-AF45-341368108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58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42D4-4BE4-4C92-88B2-8B6B9E2B8DA3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AE1DE-E85F-4D98-AF45-341368108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8470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42D4-4BE4-4C92-88B2-8B6B9E2B8DA3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AE1DE-E85F-4D98-AF45-341368108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8074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42D4-4BE4-4C92-88B2-8B6B9E2B8DA3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AE1DE-E85F-4D98-AF45-341368108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7706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42D4-4BE4-4C92-88B2-8B6B9E2B8DA3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AE1DE-E85F-4D98-AF45-341368108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366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0DF42D4-4BE4-4C92-88B2-8B6B9E2B8DA3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CAE1DE-E85F-4D98-AF45-341368108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4050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  <p:sldLayoutId id="2147483912" r:id="rId12"/>
    <p:sldLayoutId id="2147483913" r:id="rId13"/>
    <p:sldLayoutId id="2147483914" r:id="rId14"/>
    <p:sldLayoutId id="2147483915" r:id="rId15"/>
    <p:sldLayoutId id="2147483916" r:id="rId16"/>
    <p:sldLayoutId id="214748391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E6BAD3-F88C-256D-589C-7EF9016E0C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1723" y="1122363"/>
            <a:ext cx="10928555" cy="2387600"/>
          </a:xfrm>
        </p:spPr>
        <p:txBody>
          <a:bodyPr>
            <a:normAutofit/>
          </a:bodyPr>
          <a:lstStyle/>
          <a:p>
            <a:r>
              <a:rPr lang="en-US" sz="6600" b="1" dirty="0">
                <a:latin typeface="Alegreya Sans Black" panose="00000A00000000000000" pitchFamily="2" charset="0"/>
              </a:rPr>
              <a:t>Government High School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96128550-E6C0-837B-08C0-25BD19DEF0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5234582"/>
            <a:ext cx="8825658" cy="861420"/>
          </a:xfrm>
        </p:spPr>
        <p:txBody>
          <a:bodyPr>
            <a:normAutofit/>
          </a:bodyPr>
          <a:lstStyle/>
          <a:p>
            <a:r>
              <a:rPr lang="en-US" b="1" dirty="0"/>
              <a:t>Sindhi Jamaat Co-Operative Housing Society</a:t>
            </a:r>
          </a:p>
          <a:p>
            <a:r>
              <a:rPr lang="en-US" b="1" dirty="0"/>
              <a:t>SEMIS Code# 408170153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F44E6C7-9AD9-359A-984F-EC0D251BB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3186" y="471946"/>
            <a:ext cx="2528778" cy="2527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A2217FD-4ACC-66A1-8A61-3BC888CAFCAF}"/>
              </a:ext>
            </a:extLst>
          </p:cNvPr>
          <p:cNvSpPr txBox="1"/>
          <p:nvPr/>
        </p:nvSpPr>
        <p:spPr>
          <a:xfrm>
            <a:off x="988142" y="3864077"/>
            <a:ext cx="89924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Earth Day Celebration</a:t>
            </a:r>
          </a:p>
          <a:p>
            <a:r>
              <a:rPr lang="en-US" sz="2800" dirty="0"/>
              <a:t>22</a:t>
            </a:r>
            <a:r>
              <a:rPr lang="en-US" sz="2800" baseline="30000" dirty="0"/>
              <a:t>nd</a:t>
            </a:r>
            <a:r>
              <a:rPr lang="en-US" sz="2800" dirty="0"/>
              <a:t> April 2025</a:t>
            </a:r>
          </a:p>
        </p:txBody>
      </p:sp>
    </p:spTree>
    <p:extLst>
      <p:ext uri="{BB962C8B-B14F-4D97-AF65-F5344CB8AC3E}">
        <p14:creationId xmlns:p14="http://schemas.microsoft.com/office/powerpoint/2010/main" val="368805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3000">
        <p:fade/>
      </p:transition>
    </mc:Choice>
    <mc:Fallback xmlns="">
      <p:transition spd="med" advClick="0" advTm="3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9A0CEA-C887-1328-A096-37AE456891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2" y="-2667001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41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 advTm="3000">
        <p14:reveal/>
      </p:transition>
    </mc:Choice>
    <mc:Fallback xmlns="">
      <p:transition spd="slow" advClick="0" advTm="3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40D900-1DF3-7628-84AB-2FA2358A39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0" y="-2667001"/>
            <a:ext cx="6858002" cy="12192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966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Tm="3000">
        <p14:reveal/>
      </p:transition>
    </mc:Choice>
    <mc:Fallback xmlns="">
      <p:transition spd="slow" advTm="3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23E2E-0EB1-9C60-A521-3620E7031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8160A1A-5EFD-FDDA-2B9B-982B6921BD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2119" y="1585452"/>
            <a:ext cx="3948881" cy="52651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44584F7-026A-BC3B-156E-9832D2AFA9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21" y="1585452"/>
            <a:ext cx="3948881" cy="52651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4B0B77-A937-66C2-6436-751DBE6192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2116" y="1585452"/>
            <a:ext cx="3948881" cy="526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1020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Tm="3000">
        <p14:reveal/>
      </p:transition>
    </mc:Choice>
    <mc:Fallback>
      <p:transition spd="slow" advTm="3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87ED3-7670-73E7-0861-B69BE6DF9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7852BD-D337-DCCB-B616-13F410BED0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48665"/>
            <a:ext cx="5059780" cy="56085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F8DA0B-5292-7EBC-F04B-2787E4730E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220" y="1249036"/>
            <a:ext cx="4206723" cy="5608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365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Tm="3000">
        <p14:reveal/>
      </p:transition>
    </mc:Choice>
    <mc:Fallback>
      <p:transition spd="slow" advTm="3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C0A64-30EB-DEA2-C544-3953867B9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18D38D9-7F64-143C-CD88-5F157BAB99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2642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Tm="3000">
        <p14:reveal/>
      </p:transition>
    </mc:Choice>
    <mc:Fallback>
      <p:transition spd="slow" advTm="3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59775-E416-ED87-7B30-42A3E603D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1F8F83-C814-8AC9-AB5D-3184C27AF4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7961" y="530942"/>
            <a:ext cx="8436077" cy="6327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0640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Tm="3000">
        <p14:reveal/>
      </p:transition>
    </mc:Choice>
    <mc:Fallback>
      <p:transition spd="slow" advTm="3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9A525-8FED-4393-E3A6-FCD6322D7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31CB043-9579-7EF4-E04F-26B3EAEAF1D1}"/>
              </a:ext>
            </a:extLst>
          </p:cNvPr>
          <p:cNvSpPr txBox="1"/>
          <p:nvPr/>
        </p:nvSpPr>
        <p:spPr>
          <a:xfrm>
            <a:off x="1531374" y="2321005"/>
            <a:ext cx="912925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27278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Tm="3000">
        <p14:reveal/>
      </p:transition>
    </mc:Choice>
    <mc:Fallback xmlns="">
      <p:transition spd="slow" advTm="3000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319</TotalTime>
  <Words>20</Words>
  <Application>Microsoft Office PowerPoint</Application>
  <PresentationFormat>Widescreen</PresentationFormat>
  <Paragraphs>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Alegreya Sans Black</vt:lpstr>
      <vt:lpstr>Century Gothic</vt:lpstr>
      <vt:lpstr>Wingdings 3</vt:lpstr>
      <vt:lpstr>Ion</vt:lpstr>
      <vt:lpstr>Government High School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Fayyaz Mohammad</dc:creator>
  <cp:lastModifiedBy>Fayyaz Mohammad</cp:lastModifiedBy>
  <cp:revision>57</cp:revision>
  <dcterms:created xsi:type="dcterms:W3CDTF">2025-04-21T04:41:51Z</dcterms:created>
  <dcterms:modified xsi:type="dcterms:W3CDTF">2025-04-29T07:00:57Z</dcterms:modified>
</cp:coreProperties>
</file>