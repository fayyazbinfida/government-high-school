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7" r:id="rId3"/>
    <p:sldId id="258" r:id="rId4"/>
    <p:sldId id="280" r:id="rId5"/>
    <p:sldId id="281" r:id="rId6"/>
    <p:sldId id="282" r:id="rId7"/>
    <p:sldId id="283" r:id="rId8"/>
    <p:sldId id="27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2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3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5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7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4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0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3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3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1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8407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8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47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07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70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DF42D4-4BE4-4C92-88B2-8B6B9E2B8DA3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AE1DE-E85F-4D98-AF45-341368108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05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6BAD3-F88C-256D-589C-7EF9016E0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23" y="1122363"/>
            <a:ext cx="10928555" cy="2387600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Alegreya Sans Black" panose="00000A00000000000000" pitchFamily="2" charset="0"/>
              </a:rPr>
              <a:t>Government High School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6128550-E6C0-837B-08C0-25BD19DEF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234582"/>
            <a:ext cx="8825658" cy="861420"/>
          </a:xfrm>
        </p:spPr>
        <p:txBody>
          <a:bodyPr>
            <a:normAutofit/>
          </a:bodyPr>
          <a:lstStyle/>
          <a:p>
            <a:r>
              <a:rPr lang="en-US" b="1" dirty="0"/>
              <a:t>Sindhi Jamaat Co-Operative Housing Society</a:t>
            </a:r>
          </a:p>
          <a:p>
            <a:r>
              <a:rPr lang="en-US" b="1" dirty="0"/>
              <a:t>SEMIS Code# 408170153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44E6C7-9AD9-359A-984F-EC0D251B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186" y="471946"/>
            <a:ext cx="2528778" cy="252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2217FD-4ACC-66A1-8A61-3BC888CAFCAF}"/>
              </a:ext>
            </a:extLst>
          </p:cNvPr>
          <p:cNvSpPr txBox="1"/>
          <p:nvPr/>
        </p:nvSpPr>
        <p:spPr>
          <a:xfrm>
            <a:off x="988142" y="3864077"/>
            <a:ext cx="8992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Earth Day Celebration</a:t>
            </a:r>
          </a:p>
          <a:p>
            <a:r>
              <a:rPr lang="en-US" sz="2800" dirty="0"/>
              <a:t>22</a:t>
            </a:r>
            <a:r>
              <a:rPr lang="en-US" sz="2800" baseline="30000" dirty="0"/>
              <a:t>nd</a:t>
            </a:r>
            <a:r>
              <a:rPr lang="en-US" sz="2800" dirty="0"/>
              <a:t> April 2025</a:t>
            </a:r>
          </a:p>
        </p:txBody>
      </p:sp>
    </p:spTree>
    <p:extLst>
      <p:ext uri="{BB962C8B-B14F-4D97-AF65-F5344CB8AC3E}">
        <p14:creationId xmlns:p14="http://schemas.microsoft.com/office/powerpoint/2010/main" val="36880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675792-76E6-2DE2-1A8F-AF9031DA6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084" y="-7375"/>
            <a:ext cx="9153832" cy="686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1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3000">
        <p14:reveal/>
      </p:transition>
    </mc:Choice>
    <mc:Fallback xmlns=""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6D4C87-5470-CA5A-0FB7-FF80590AD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07" y="1134807"/>
            <a:ext cx="4292395" cy="5723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13A286-FF32-1889-DA7E-9C0B7F6D2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4808"/>
            <a:ext cx="4292394" cy="5723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3ABA47-6504-AC2E-624C-3C5AD41E1B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815" y="1134807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6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3000">
        <p14:reveal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3E2E-0EB1-9C60-A521-3620E703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4F4B18-D65A-595C-2E03-9FDC11767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02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7ED3-7670-73E7-0861-B69BE6DF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00E1C5E-BA39-68FE-D085-E2AF09DE8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875" y="1972616"/>
            <a:ext cx="3674250" cy="489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81F1A8-4678-F1EB-C881-4B02C3F4A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848" y="1972616"/>
            <a:ext cx="3674250" cy="489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3C02D4-FC80-4741-35DE-AB945B36A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02" y="1959000"/>
            <a:ext cx="3674250" cy="48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65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0A64-30EB-DEA2-C544-3953867B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3FCCDB-D3E9-041E-FE0F-4DFE9A921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64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9775-E416-ED87-7B30-42A3E603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D9652-A905-2A74-072B-8A270F400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64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3000">
        <p14:reveal/>
      </p:transition>
    </mc:Choice>
    <mc:Fallback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9A525-8FED-4393-E3A6-FCD6322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31CB043-9579-7EF4-E04F-26B3EAEAF1D1}"/>
              </a:ext>
            </a:extLst>
          </p:cNvPr>
          <p:cNvSpPr txBox="1"/>
          <p:nvPr/>
        </p:nvSpPr>
        <p:spPr>
          <a:xfrm>
            <a:off x="1531374" y="2321005"/>
            <a:ext cx="91292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727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3000">
        <p14:reveal/>
      </p:transition>
    </mc:Choice>
    <mc:Fallback xmlns="">
      <p:transition spd="slow" advTm="3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336</TotalTime>
  <Words>20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Alegreya Sans Black</vt:lpstr>
      <vt:lpstr>Century Gothic</vt:lpstr>
      <vt:lpstr>Wingdings 3</vt:lpstr>
      <vt:lpstr>Ion</vt:lpstr>
      <vt:lpstr>Government High School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59</cp:revision>
  <dcterms:created xsi:type="dcterms:W3CDTF">2025-04-21T04:41:51Z</dcterms:created>
  <dcterms:modified xsi:type="dcterms:W3CDTF">2025-04-29T07:18:03Z</dcterms:modified>
</cp:coreProperties>
</file>