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AC80-A500-80D2-BB98-4825BA33F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9D20C-9AB0-FA98-7776-D38C166CC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2E45-DB60-DDB5-DFCD-BC732BC9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E4577-7436-C13D-B5BF-F5E60FB10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A658-DECC-3323-5164-187CD5E0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ABBC-7297-6227-B8CE-918A09CBE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BB6D2-4185-B4AE-C051-985CC62D3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0855B-953F-C766-6559-FD2C4C97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8CAF0-21CD-889C-D782-255E355DB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D7488-71CA-3F73-4A72-B26CD6AE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31CE-EEEE-909C-7BF4-674A4463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F6098-F7BA-8E9E-462E-A6A89F132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B7FCC-30BE-A986-FCA4-CD3384BA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07177-EF43-BC6E-7F18-7D82030E6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1BDFF-E445-3254-4AEE-86A985C7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0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123A-02A8-CF7F-E7B4-6F607C59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B6DCA-B2F6-B9E0-1265-8FAD94B92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13D6F-80A9-C6B6-E2A6-0C8B92B9D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214E3-2DB4-F357-FD06-9B03D117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A7B3C-D0CF-5F11-3D7B-8C9C9A26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C13CE-E732-0B4D-09BD-DE0A780F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7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5F22-02F6-5663-73A6-CC56B0FB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800AA-0758-8F1B-2667-529726C5D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E09FF-D341-C7AA-B7AA-8034B7EC4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3295E-C919-56C2-C232-C31E29FCC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8399C-D29D-ADC2-9841-DA18AFF68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F4F27-21A0-250B-FDDC-59E902A88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0FB8F-FABD-48BF-15BA-71D1913E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70ABE-AA20-9F5E-F1D0-B5D63125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3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7446-3F11-9F48-8455-350418528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016A6-AB56-482B-92AF-7903A1F6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C9153-C041-4843-ED2D-0D49B58E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A98B1-B4F7-1D90-6639-62D1FE89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5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06032-5BD2-C1EF-45C9-CC9E0586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56917-AEF0-F310-2783-B1187D4D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021B6-D2BC-B452-C2E1-DBFA1FB3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6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61AE-AC15-3DB8-EFC2-61E084F2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9EDD-8DDE-8860-0070-714A7F243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CBAF8-5AC9-0B74-DFBE-26C41F38E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5CC23-1AE0-1B12-1F45-D7AD4787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E191A-780E-D79D-67F4-734D8E23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24521-6B48-35A4-4E2A-210E9F2C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B56A-87EB-2DA8-AF97-DEEFFA645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61A086-CB4A-935E-056E-E2D70A5B9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800AC-68E2-9935-A0D5-D9BAFD53B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2F4FB-7A36-6C16-9BA9-2F1FB918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A8BC-499D-51D8-DCE1-9AE795539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98FD7-9225-800D-5562-1D4AB4921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3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6F92C-579A-EF54-3D31-6EC25EA9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785C1-5C6D-A487-A189-5BA2C36E9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CA241-CDB9-AA01-39AD-021E5414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4305E-28D3-57DC-9C77-EBA691A5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DF733-3CA6-15CA-CDDE-210C7ADC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2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11C38-F4F5-FCC8-D18D-B1C91CE5B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8998D-26D2-429E-3625-3E94FD648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4200F-6595-E97E-32A0-7ABD4F73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FE71-CAC7-4F95-2ED1-1ABF6ACD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574BB-6748-C34B-E46F-95159416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3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F8BBF-DEE8-5DF5-2C55-D58723D1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2AD41-C86A-4ADD-013A-BBB5F8446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521C7-691A-69F1-80B3-98E5EFF00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6627D-8D42-4B5A-ADAD-267D15AE4B2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9241E-861D-B652-EAFF-4A0BDA85F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7E3CC-8158-0B11-17B6-CE9D36D14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6B879-3899-48B1-A15B-319E2004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0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8CD6-4E67-C448-93E4-EF263AD1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C5B6-F0F4-E705-221F-A2B47B10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755"/>
            <a:ext cx="10515600" cy="4660491"/>
          </a:xfrm>
        </p:spPr>
        <p:txBody>
          <a:bodyPr anchor="ctr">
            <a:noAutofit/>
          </a:bodyPr>
          <a:lstStyle/>
          <a:p>
            <a:pPr algn="ctr"/>
            <a:r>
              <a:rPr lang="en-US" sz="23500" b="1" dirty="0"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  <a:endParaRPr lang="en-US" sz="163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44848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35E9-0CD6-EE63-B9D2-27C1CD41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8786-0E24-D50E-95CD-348DAA2C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755"/>
            <a:ext cx="10515600" cy="4660491"/>
          </a:xfrm>
        </p:spPr>
        <p:txBody>
          <a:bodyPr anchor="ctr">
            <a:noAutofit/>
          </a:bodyPr>
          <a:lstStyle/>
          <a:p>
            <a:pPr algn="ctr"/>
            <a:r>
              <a:rPr lang="en-US" sz="23500" b="1" dirty="0">
                <a:latin typeface="Aharoni" panose="02010803020104030203" pitchFamily="2" charset="-79"/>
                <a:cs typeface="Aharoni" panose="02010803020104030203" pitchFamily="2" charset="-79"/>
              </a:rPr>
              <a:t>Urdu</a:t>
            </a:r>
            <a:endParaRPr lang="en-US" sz="163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57422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CFFF-668D-2E17-1D4F-10905ABD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CDB37-667F-2031-1520-8148737C8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755"/>
            <a:ext cx="10515600" cy="4660491"/>
          </a:xfrm>
        </p:spPr>
        <p:txBody>
          <a:bodyPr anchor="ctr">
            <a:noAutofit/>
          </a:bodyPr>
          <a:lstStyle/>
          <a:p>
            <a:pPr algn="ctr"/>
            <a:r>
              <a:rPr lang="en-US" sz="235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Maths</a:t>
            </a:r>
            <a:endParaRPr lang="en-US" sz="163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19514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12B96-5820-4752-12BD-43676F7B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B8F7-F345-F969-F09E-893AE6E79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755"/>
            <a:ext cx="10515600" cy="4660491"/>
          </a:xfrm>
        </p:spPr>
        <p:txBody>
          <a:bodyPr anchor="ctr">
            <a:noAutofit/>
          </a:bodyPr>
          <a:lstStyle/>
          <a:p>
            <a:pPr algn="ctr"/>
            <a:r>
              <a:rPr lang="en-US" sz="13600" b="1" dirty="0">
                <a:latin typeface="Aharoni" panose="02010803020104030203" pitchFamily="2" charset="-79"/>
                <a:cs typeface="Aharoni" panose="02010803020104030203" pitchFamily="2" charset="-79"/>
              </a:rPr>
              <a:t>General Knowledge</a:t>
            </a:r>
            <a:endParaRPr lang="en-US" sz="9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5609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D59CA-3671-DE93-9AF2-C92C40C5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2DD1-D3C4-A996-E562-7AD5C84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756"/>
            <a:ext cx="10515600" cy="1526458"/>
          </a:xfrm>
        </p:spPr>
        <p:txBody>
          <a:bodyPr anchor="ctr">
            <a:noAutofit/>
          </a:bodyPr>
          <a:lstStyle/>
          <a:p>
            <a:pPr algn="ctr"/>
            <a:r>
              <a:rPr lang="en-US" sz="9600" b="1" dirty="0">
                <a:latin typeface="Aharoni" panose="02010803020104030203" pitchFamily="2" charset="-79"/>
                <a:cs typeface="Aharoni" panose="02010803020104030203" pitchFamily="2" charset="-79"/>
              </a:rPr>
              <a:t>Two Letter Words</a:t>
            </a:r>
            <a:endParaRPr lang="en-US" sz="8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2E7DE4-A9E0-7F01-7361-73E561025939}"/>
              </a:ext>
            </a:extLst>
          </p:cNvPr>
          <p:cNvSpPr txBox="1">
            <a:spLocks/>
          </p:cNvSpPr>
          <p:nvPr/>
        </p:nvSpPr>
        <p:spPr>
          <a:xfrm>
            <a:off x="838200" y="4097594"/>
            <a:ext cx="10515600" cy="15264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>
                <a:latin typeface="Aharoni" panose="02010803020104030203" pitchFamily="2" charset="-79"/>
                <a:cs typeface="Aharoni" panose="02010803020104030203" pitchFamily="2" charset="-79"/>
              </a:rPr>
              <a:t>Shape Names</a:t>
            </a:r>
            <a:endParaRPr lang="en-US" sz="8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5373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82937-2742-CC8F-A2EC-028FD3A8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0971-EFF5-81D0-2072-34B28F68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756"/>
            <a:ext cx="10515600" cy="1526458"/>
          </a:xfrm>
        </p:spPr>
        <p:txBody>
          <a:bodyPr anchor="ctr">
            <a:noAutofit/>
          </a:bodyPr>
          <a:lstStyle/>
          <a:p>
            <a:pPr algn="ctr"/>
            <a:r>
              <a:rPr lang="en-US" sz="115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Colour</a:t>
            </a:r>
            <a:r>
              <a:rPr lang="en-US" sz="11500" b="1" dirty="0">
                <a:latin typeface="Aharoni" panose="02010803020104030203" pitchFamily="2" charset="-79"/>
                <a:cs typeface="Aharoni" panose="02010803020104030203" pitchFamily="2" charset="-79"/>
              </a:rPr>
              <a:t> Names</a:t>
            </a:r>
            <a:endParaRPr lang="en-US" sz="8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20CC01-E599-8A9C-C348-112D12F2C49D}"/>
              </a:ext>
            </a:extLst>
          </p:cNvPr>
          <p:cNvSpPr txBox="1">
            <a:spLocks/>
          </p:cNvSpPr>
          <p:nvPr/>
        </p:nvSpPr>
        <p:spPr>
          <a:xfrm>
            <a:off x="838200" y="4097594"/>
            <a:ext cx="10515600" cy="2229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3800" b="1" dirty="0">
                <a:latin typeface="Aharoni" panose="02010803020104030203" pitchFamily="2" charset="-79"/>
                <a:cs typeface="Aharoni" panose="02010803020104030203" pitchFamily="2" charset="-79"/>
              </a:rPr>
              <a:t>Sight Words</a:t>
            </a:r>
            <a:endParaRPr lang="en-US" sz="9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0764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CABF9-B1D5-D4C9-877D-5A3303C8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8430-E42E-C308-B8B1-EECD57419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537"/>
            <a:ext cx="10515600" cy="1703438"/>
          </a:xfrm>
        </p:spPr>
        <p:txBody>
          <a:bodyPr anchor="ctr">
            <a:noAutofit/>
          </a:bodyPr>
          <a:lstStyle/>
          <a:p>
            <a:pPr algn="ctr"/>
            <a:r>
              <a:rPr lang="en-US" sz="115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Alphabates</a:t>
            </a:r>
            <a:endParaRPr lang="en-US" sz="8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ADA76B-EAFA-873F-7F4B-05B7AFFD9BC3}"/>
              </a:ext>
            </a:extLst>
          </p:cNvPr>
          <p:cNvSpPr txBox="1">
            <a:spLocks/>
          </p:cNvSpPr>
          <p:nvPr/>
        </p:nvSpPr>
        <p:spPr>
          <a:xfrm>
            <a:off x="838200" y="3687097"/>
            <a:ext cx="10515600" cy="28316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r-PK" sz="16600" b="1" dirty="0">
                <a:latin typeface="Aharoni" panose="02010803020104030203" pitchFamily="2" charset="-79"/>
                <a:cs typeface="Aharoni" panose="02010803020104030203" pitchFamily="2" charset="-79"/>
              </a:rPr>
              <a:t>دو حرفی الفاظ</a:t>
            </a:r>
            <a:endParaRPr lang="en-US" sz="115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847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56474-1B35-FBD3-4EB6-900EC7A8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4FEE-21C9-F395-A7E4-D9F32920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756"/>
            <a:ext cx="10515600" cy="1526458"/>
          </a:xfrm>
        </p:spPr>
        <p:txBody>
          <a:bodyPr anchor="ctr">
            <a:noAutofit/>
          </a:bodyPr>
          <a:lstStyle/>
          <a:p>
            <a:pPr algn="ctr"/>
            <a:r>
              <a:rPr lang="en-US" sz="11500" b="1" dirty="0">
                <a:latin typeface="Aharoni" panose="02010803020104030203" pitchFamily="2" charset="-79"/>
                <a:cs typeface="Aharoni" panose="02010803020104030203" pitchFamily="2" charset="-79"/>
              </a:rPr>
              <a:t>Numbers</a:t>
            </a:r>
            <a:endParaRPr lang="en-US" sz="8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89FB2C-D04B-BEA4-04D6-4F4BD243D578}"/>
              </a:ext>
            </a:extLst>
          </p:cNvPr>
          <p:cNvSpPr txBox="1">
            <a:spLocks/>
          </p:cNvSpPr>
          <p:nvPr/>
        </p:nvSpPr>
        <p:spPr>
          <a:xfrm>
            <a:off x="838200" y="4097594"/>
            <a:ext cx="10515600" cy="2229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9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E8BBC6-3F98-46F8-6B7B-BDA0381B44A7}"/>
              </a:ext>
            </a:extLst>
          </p:cNvPr>
          <p:cNvSpPr txBox="1">
            <a:spLocks/>
          </p:cNvSpPr>
          <p:nvPr/>
        </p:nvSpPr>
        <p:spPr>
          <a:xfrm>
            <a:off x="680884" y="4232787"/>
            <a:ext cx="10515600" cy="15264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1500" b="1" dirty="0">
                <a:latin typeface="Aharoni" panose="02010803020104030203" pitchFamily="2" charset="-79"/>
                <a:cs typeface="Aharoni" panose="02010803020104030203" pitchFamily="2" charset="-79"/>
              </a:rPr>
              <a:t>Solid Shapes</a:t>
            </a:r>
            <a:endParaRPr lang="en-US" sz="8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6868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73BD-9FF7-75D3-1F28-D48D292C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0458-35CE-21BD-9C0F-777ED067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8756"/>
            <a:ext cx="10515600" cy="1526458"/>
          </a:xfrm>
        </p:spPr>
        <p:txBody>
          <a:bodyPr anchor="ctr">
            <a:noAutofit/>
          </a:bodyPr>
          <a:lstStyle/>
          <a:p>
            <a:pPr algn="ctr"/>
            <a:r>
              <a:rPr lang="en-US" sz="115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Flate</a:t>
            </a:r>
            <a:r>
              <a:rPr lang="en-US" sz="11500" b="1" dirty="0">
                <a:latin typeface="Aharoni" panose="02010803020104030203" pitchFamily="2" charset="-79"/>
                <a:cs typeface="Aharoni" panose="02010803020104030203" pitchFamily="2" charset="-79"/>
              </a:rPr>
              <a:t> Shapes</a:t>
            </a:r>
            <a:endParaRPr lang="en-US" sz="8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E62017-8C88-348F-BC17-B59FEBB62259}"/>
              </a:ext>
            </a:extLst>
          </p:cNvPr>
          <p:cNvSpPr txBox="1">
            <a:spLocks/>
          </p:cNvSpPr>
          <p:nvPr/>
        </p:nvSpPr>
        <p:spPr>
          <a:xfrm>
            <a:off x="838200" y="4097594"/>
            <a:ext cx="10515600" cy="2229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9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91662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23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Aharoni</vt:lpstr>
      <vt:lpstr>Arial</vt:lpstr>
      <vt:lpstr>Calibri</vt:lpstr>
      <vt:lpstr>Calibri Light</vt:lpstr>
      <vt:lpstr>Office Theme</vt:lpstr>
      <vt:lpstr>English</vt:lpstr>
      <vt:lpstr>Urdu</vt:lpstr>
      <vt:lpstr>Maths</vt:lpstr>
      <vt:lpstr>General Knowledge</vt:lpstr>
      <vt:lpstr>Two Letter Words</vt:lpstr>
      <vt:lpstr>Colour Names</vt:lpstr>
      <vt:lpstr>Alphabates</vt:lpstr>
      <vt:lpstr>Numbers</vt:lpstr>
      <vt:lpstr>Flate Shapes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Fayyaz Mohammad</dc:creator>
  <cp:lastModifiedBy>Fayyaz Mohammad</cp:lastModifiedBy>
  <cp:revision>7</cp:revision>
  <dcterms:created xsi:type="dcterms:W3CDTF">2024-11-25T04:57:19Z</dcterms:created>
  <dcterms:modified xsi:type="dcterms:W3CDTF">2024-11-25T07:48:32Z</dcterms:modified>
</cp:coreProperties>
</file>