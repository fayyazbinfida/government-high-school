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5AC80-A500-80D2-BB98-4825BA33F4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39D20C-9AB0-FA98-7776-D38C166CC2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42E45-DB60-DDB5-DFCD-BC732BC9C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6627D-8D42-4B5A-ADAD-267D15AE4B2A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2E4577-7436-C13D-B5BF-F5E60FB10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4A658-DECC-3323-5164-187CD5E0C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6B879-3899-48B1-A15B-319E20040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80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0ABBC-7297-6227-B8CE-918A09CBE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BB6D2-4185-B4AE-C051-985CC62D34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C0855B-953F-C766-6559-FD2C4C979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6627D-8D42-4B5A-ADAD-267D15AE4B2A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58CAF0-21CD-889C-D782-255E355DB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3D7488-71CA-3F73-4A72-B26CD6AE5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6B879-3899-48B1-A15B-319E20040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360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A31CE-EEEE-909C-7BF4-674A44635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DF6098-F7BA-8E9E-462E-A6A89F132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EB7FCC-30BE-A986-FCA4-CD3384BA5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6627D-8D42-4B5A-ADAD-267D15AE4B2A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407177-EF43-BC6E-7F18-7D82030E6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11BDFF-E445-3254-4AEE-86A985C7D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6B879-3899-48B1-A15B-319E20040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903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F123A-02A8-CF7F-E7B4-6F607C59A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DB6DCA-B2F6-B9E0-1265-8FAD94B92E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C13D6F-80A9-C6B6-E2A6-0C8B92B9DC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5214E3-2DB4-F357-FD06-9B03D117A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6627D-8D42-4B5A-ADAD-267D15AE4B2A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AA7B3C-D0CF-5F11-3D7B-8C9C9A268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AC13CE-E732-0B4D-09BD-DE0A780F8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6B879-3899-48B1-A15B-319E20040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278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15F22-02F6-5663-73A6-CC56B0FBA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4800AA-0758-8F1B-2667-529726C5DD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FE09FF-D341-C7AA-B7AA-8034B7EC4B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83295E-C919-56C2-C232-C31E29FCC5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48399C-D29D-ADC2-9841-DA18AFF680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0F4F27-21A0-250B-FDDC-59E902A88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6627D-8D42-4B5A-ADAD-267D15AE4B2A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80FB8F-FABD-48BF-15BA-71D1913EA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770ABE-AA20-9F5E-F1D0-B5D63125B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6B879-3899-48B1-A15B-319E20040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432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37446-3F11-9F48-8455-350418528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C016A6-AB56-482B-92AF-7903A1F6B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6627D-8D42-4B5A-ADAD-267D15AE4B2A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3C9153-C041-4843-ED2D-0D49B58EC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AA98B1-B4F7-1D90-6639-62D1FE898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6B879-3899-48B1-A15B-319E20040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955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A06032-5BD2-C1EF-45C9-CC9E05862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6627D-8D42-4B5A-ADAD-267D15AE4B2A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756917-AEF0-F310-2783-B1187D4D5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B021B6-D2BC-B452-C2E1-DBFA1FB3F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6B879-3899-48B1-A15B-319E20040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366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561AE-AC15-3DB8-EFC2-61E084F2E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F9EDD-8DDE-8860-0070-714A7F2430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BCBAF8-5AC9-0B74-DFBE-26C41F38E7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05CC23-1AE0-1B12-1F45-D7AD47871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6627D-8D42-4B5A-ADAD-267D15AE4B2A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2E191A-780E-D79D-67F4-734D8E239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F24521-6B48-35A4-4E2A-210E9F2C6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6B879-3899-48B1-A15B-319E20040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14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AB56A-87EB-2DA8-AF97-DEEFFA645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61A086-CB4A-935E-056E-E2D70A5B9F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B800AC-68E2-9935-A0D5-D9BAFD53BD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12F4FB-7A36-6C16-9BA9-2F1FB918F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6627D-8D42-4B5A-ADAD-267D15AE4B2A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84A8BC-499D-51D8-DCE1-9AE795539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698FD7-9225-800D-5562-1D4AB4921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6B879-3899-48B1-A15B-319E20040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433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6F92C-579A-EF54-3D31-6EC25EA94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0785C1-5C6D-A487-A189-5BA2C36E90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CA241-CDB9-AA01-39AD-021E54140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6627D-8D42-4B5A-ADAD-267D15AE4B2A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E4305E-28D3-57DC-9C77-EBA691A5C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DF733-3CA6-15CA-CDDE-210C7ADC0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6B879-3899-48B1-A15B-319E20040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126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311C38-F4F5-FCC8-D18D-B1C91CE5BE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78998D-26D2-429E-3625-3E94FD6485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4200F-6595-E97E-32A0-7ABD4F73C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6627D-8D42-4B5A-ADAD-267D15AE4B2A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2FE71-CAC7-4F95-2ED1-1ABF6ACD4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D574BB-6748-C34B-E46F-951594168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6B879-3899-48B1-A15B-319E20040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732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AF8BBF-DEE8-5DF5-2C55-D58723D11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B2AD41-C86A-4ADD-013A-BBB5F84468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3521C7-691A-69F1-80B3-98E5EFF002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76627D-8D42-4B5A-ADAD-267D15AE4B2A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99241E-861D-B652-EAFF-4A0BDA85F2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17E3CC-8158-0B11-17B6-CE9D36D142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B6B879-3899-48B1-A15B-319E20040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301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3DA5835-5FE9-1E40-88E5-278611E704A6}"/>
              </a:ext>
            </a:extLst>
          </p:cNvPr>
          <p:cNvSpPr txBox="1"/>
          <p:nvPr/>
        </p:nvSpPr>
        <p:spPr>
          <a:xfrm>
            <a:off x="353960" y="339212"/>
            <a:ext cx="18730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English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FBEF14-207A-7496-9A20-FF2D1FA11937}"/>
              </a:ext>
            </a:extLst>
          </p:cNvPr>
          <p:cNvSpPr txBox="1"/>
          <p:nvPr/>
        </p:nvSpPr>
        <p:spPr>
          <a:xfrm>
            <a:off x="2497392" y="339212"/>
            <a:ext cx="18730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Urdu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C0F7DC-5C8D-A5C3-8D29-E80C5FF8F9C0}"/>
              </a:ext>
            </a:extLst>
          </p:cNvPr>
          <p:cNvSpPr txBox="1"/>
          <p:nvPr/>
        </p:nvSpPr>
        <p:spPr>
          <a:xfrm>
            <a:off x="4640824" y="339212"/>
            <a:ext cx="18730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err="1"/>
              <a:t>Maths</a:t>
            </a:r>
            <a:endParaRPr lang="en-US" sz="4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E85127-3F5A-AC06-1368-7840EE23FC21}"/>
              </a:ext>
            </a:extLst>
          </p:cNvPr>
          <p:cNvSpPr txBox="1"/>
          <p:nvPr/>
        </p:nvSpPr>
        <p:spPr>
          <a:xfrm>
            <a:off x="6784256" y="339212"/>
            <a:ext cx="46457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General Knowledge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5E3554-8DA8-C941-FCC5-00BA35514968}"/>
              </a:ext>
            </a:extLst>
          </p:cNvPr>
          <p:cNvSpPr txBox="1"/>
          <p:nvPr/>
        </p:nvSpPr>
        <p:spPr>
          <a:xfrm>
            <a:off x="353960" y="1612490"/>
            <a:ext cx="40164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Two Letter Words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695E46-1548-2888-DD81-E63B440E63B8}"/>
              </a:ext>
            </a:extLst>
          </p:cNvPr>
          <p:cNvSpPr txBox="1"/>
          <p:nvPr/>
        </p:nvSpPr>
        <p:spPr>
          <a:xfrm>
            <a:off x="5056237" y="1612490"/>
            <a:ext cx="31438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Shape Names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E63402-79A1-D903-A5BB-5D9EBE6FEC89}"/>
              </a:ext>
            </a:extLst>
          </p:cNvPr>
          <p:cNvSpPr txBox="1"/>
          <p:nvPr/>
        </p:nvSpPr>
        <p:spPr>
          <a:xfrm>
            <a:off x="353960" y="2895526"/>
            <a:ext cx="30529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Solid Shapes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18DD78-5304-89AF-FF27-253C0E00B302}"/>
              </a:ext>
            </a:extLst>
          </p:cNvPr>
          <p:cNvSpPr txBox="1"/>
          <p:nvPr/>
        </p:nvSpPr>
        <p:spPr>
          <a:xfrm>
            <a:off x="8885902" y="1612490"/>
            <a:ext cx="29521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err="1"/>
              <a:t>Flate</a:t>
            </a:r>
            <a:r>
              <a:rPr lang="en-US" sz="4000" b="1" dirty="0"/>
              <a:t> Shapes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396294-D4AC-2089-FE7E-390F884E2858}"/>
              </a:ext>
            </a:extLst>
          </p:cNvPr>
          <p:cNvSpPr txBox="1"/>
          <p:nvPr/>
        </p:nvSpPr>
        <p:spPr>
          <a:xfrm>
            <a:off x="4465073" y="2895526"/>
            <a:ext cx="3370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err="1"/>
              <a:t>Colours</a:t>
            </a:r>
            <a:r>
              <a:rPr lang="en-US" sz="4000" b="1" dirty="0"/>
              <a:t> Names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FA8587-6978-7AF4-7731-4F1EF857B45B}"/>
              </a:ext>
            </a:extLst>
          </p:cNvPr>
          <p:cNvSpPr txBox="1"/>
          <p:nvPr/>
        </p:nvSpPr>
        <p:spPr>
          <a:xfrm>
            <a:off x="353960" y="4183682"/>
            <a:ext cx="34855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r-PK" sz="4000" b="1" dirty="0"/>
              <a:t>دو حرفی الفاظ</a:t>
            </a:r>
            <a:endParaRPr lang="en-US" sz="40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EFD4B6E-C41E-E169-CAB8-FDFC3EC3F41F}"/>
              </a:ext>
            </a:extLst>
          </p:cNvPr>
          <p:cNvSpPr txBox="1"/>
          <p:nvPr/>
        </p:nvSpPr>
        <p:spPr>
          <a:xfrm>
            <a:off x="8893276" y="2895526"/>
            <a:ext cx="281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Sight Words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92E6C1C-801E-A1F1-2287-70D469989BC4}"/>
              </a:ext>
            </a:extLst>
          </p:cNvPr>
          <p:cNvSpPr txBox="1"/>
          <p:nvPr/>
        </p:nvSpPr>
        <p:spPr>
          <a:xfrm>
            <a:off x="4924734" y="4183682"/>
            <a:ext cx="27272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err="1"/>
              <a:t>Alphabates</a:t>
            </a:r>
            <a:endParaRPr lang="en-US" sz="40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9ACADD-495D-8DC3-F9BF-23E8301D5461}"/>
              </a:ext>
            </a:extLst>
          </p:cNvPr>
          <p:cNvSpPr txBox="1"/>
          <p:nvPr/>
        </p:nvSpPr>
        <p:spPr>
          <a:xfrm>
            <a:off x="8737191" y="4183682"/>
            <a:ext cx="27272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Numbers</a:t>
            </a:r>
          </a:p>
        </p:txBody>
      </p:sp>
    </p:spTree>
    <p:extLst>
      <p:ext uri="{BB962C8B-B14F-4D97-AF65-F5344CB8AC3E}">
        <p14:creationId xmlns:p14="http://schemas.microsoft.com/office/powerpoint/2010/main" val="2846313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F8CD6-4E67-C448-93E4-EF263AD18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4C5B6-F0F4-E705-221F-A2B47B10D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98755"/>
            <a:ext cx="10515600" cy="4660491"/>
          </a:xfrm>
        </p:spPr>
        <p:txBody>
          <a:bodyPr>
            <a:noAutofit/>
          </a:bodyPr>
          <a:lstStyle/>
          <a:p>
            <a:pPr algn="ctr"/>
            <a:r>
              <a:rPr lang="en-US" sz="16300" b="1" dirty="0">
                <a:latin typeface="Aharoni" panose="02010803020104030203" pitchFamily="2" charset="-79"/>
                <a:cs typeface="Aharoni" panose="02010803020104030203" pitchFamily="2" charset="-79"/>
              </a:rPr>
              <a:t>Plantation Activities</a:t>
            </a:r>
          </a:p>
        </p:txBody>
      </p:sp>
    </p:spTree>
    <p:extLst>
      <p:ext uri="{BB962C8B-B14F-4D97-AF65-F5344CB8AC3E}">
        <p14:creationId xmlns:p14="http://schemas.microsoft.com/office/powerpoint/2010/main" val="35448487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25</Words>
  <Application>Microsoft Office PowerPoint</Application>
  <PresentationFormat>Widescreen</PresentationFormat>
  <Paragraphs>14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Aharoni</vt:lpstr>
      <vt:lpstr>Arial</vt:lpstr>
      <vt:lpstr>Calibri</vt:lpstr>
      <vt:lpstr>Calibri Light</vt:lpstr>
      <vt:lpstr>Office Theme</vt:lpstr>
      <vt:lpstr>PowerPoint Presentation</vt:lpstr>
      <vt:lpstr>Plantation Activities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Fayyaz Mohammad</dc:creator>
  <cp:lastModifiedBy>Fayyaz Mohammad</cp:lastModifiedBy>
  <cp:revision>5</cp:revision>
  <dcterms:created xsi:type="dcterms:W3CDTF">2024-11-25T04:57:19Z</dcterms:created>
  <dcterms:modified xsi:type="dcterms:W3CDTF">2024-11-25T05:08:47Z</dcterms:modified>
</cp:coreProperties>
</file>