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4FF2-C0CB-BC5F-2A84-59F53DB226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49028-76AE-D1D5-E838-DD5ABF70D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889E3-5119-91D3-2881-453A07F45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B34A7-48F4-456A-907F-205B64890854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7DC4A-8639-B866-B4B2-F51AD71AC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58752-BBDB-39E4-6F99-E5782CBAB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B09A-6428-4AB7-AB15-9BDB5CF56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986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2563C-CED6-095E-AFD4-D59FE59FE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43B5-04A7-EA09-5B8A-A2D9CEC3F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B8477-5DB1-0CD5-C217-6E039DC6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B34A7-48F4-456A-907F-205B64890854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15998-F149-E88C-C861-AEF4CD9D9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5D671-D34F-7B82-1E54-834858425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B09A-6428-4AB7-AB15-9BDB5CF56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603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FD31B-5986-9CF3-C3E7-C113532B9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32385C-8C1C-E109-A63C-2F84D1CB7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14873-26F5-7371-E2AF-1D6A65065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B34A7-48F4-456A-907F-205B64890854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662F1-92A1-0E2B-F8FB-E2733553B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4BD41-CB86-43BD-CCE8-EA3DA9FA4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B09A-6428-4AB7-AB15-9BDB5CF56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38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B52C9-9C0F-1C32-147A-9B4BB0EDA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20DB8-A98A-EEF7-F972-FF9C9196A0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E2A0DC-0987-7A55-A4E6-6AA0D7EEE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1AD6B8-9E3C-C701-7DE9-565FFD77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B34A7-48F4-456A-907F-205B64890854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3E68F6-5D21-9416-F7C0-441337B73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7B8E6-0836-D3DD-F21C-3962302ED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B09A-6428-4AB7-AB15-9BDB5CF56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91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324AD-1B78-D79E-E7C6-F34103650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BED7A-524D-781D-BF72-9CE103831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4F334-5D95-F0C5-613B-3829C080E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8A7289-2BE6-8E28-8594-446A75F48F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4F5B57-DECC-D9D5-33AA-2888DA21B6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C2AE92-C6E8-63BD-93D2-8418461CD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B34A7-48F4-456A-907F-205B64890854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EADB76-5533-A6BB-09DC-9038A7FD1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AB6DB-2FA4-4E59-19B5-E4FCB986F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B09A-6428-4AB7-AB15-9BDB5CF56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283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60AD1-C578-D69C-185D-BEA5BBDC0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674031-17E2-CBE6-C54A-9D48EDC53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B34A7-48F4-456A-907F-205B64890854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4D62E9-A301-399E-31B1-AFB963FB0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CAC066-9D01-FE0D-8C3B-2F5C71CE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B09A-6428-4AB7-AB15-9BDB5CF56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5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42FD9F-9856-A622-C2A3-C83345660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B34A7-48F4-456A-907F-205B64890854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E4AFB5-EBD7-A61A-260F-048D3157C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77C29-09FE-F641-5C11-8DC3DE4F7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B09A-6428-4AB7-AB15-9BDB5CF56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654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90889-3D44-BE3D-C3AB-2CCDBD196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A2FB3-B08C-C206-9F00-DB9D6D9CF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DD99CE-D9E1-AD68-62EE-3D40EE31F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C15F9A-89C5-B48E-30B9-BEE01B4D1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B34A7-48F4-456A-907F-205B64890854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AB18F1-6F58-4D7B-4513-453FB46CE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B1340-0F1E-A35D-AA2B-A7B85A8EC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B09A-6428-4AB7-AB15-9BDB5CF56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332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AB069-A7C5-7F5F-8869-5D41A2F74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0F435-77D0-FDD2-2BD0-815416B07D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6338DF-35B5-3252-4744-7C04A3AAE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7AFA5-BE5C-8BA0-F43D-98EDBA7D8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B34A7-48F4-456A-907F-205B64890854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6B4D6-3195-C4BE-C165-5A19FD916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ABCE7-847D-D942-8487-2FC6D5B6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B09A-6428-4AB7-AB15-9BDB5CF56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096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4F26F-2DB0-9DDC-B351-AEA139FF9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63145E-0792-6E9D-862E-2C1C303736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4E06-F056-C0BD-4BC1-23A0F752A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B34A7-48F4-456A-907F-205B64890854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5B4DF-D1F8-A211-64B6-58086734C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6AE3E-A526-74FD-D4C5-03D14CAE8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B09A-6428-4AB7-AB15-9BDB5CF56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3E59E1-A72A-D090-713E-87D8860D11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441EE0-2012-464C-C88E-0E2A47524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9263C-6F7D-BF09-045B-878ED464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B34A7-48F4-456A-907F-205B64890854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CB39B-F083-5106-F1F5-4AEAA4ED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563E9-FEA6-C312-AFF4-289EC5661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AB09A-6428-4AB7-AB15-9BDB5CF56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24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473F44-CBA5-2E01-BB01-512BE7BB9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FF1CA-BACE-EBF0-AF57-CDC7095A0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2849E-026A-EC7D-9081-5A3138834A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B34A7-48F4-456A-907F-205B64890854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F17B2-3506-6792-20C5-73A83AAF6B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7C601-E3C7-4C5E-0EC8-9B768FB1E0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BAB09A-6428-4AB7-AB15-9BDB5CF56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69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2C382C-D83E-A9A8-E930-72AF3A583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2397"/>
            <a:ext cx="10515600" cy="6113206"/>
          </a:xfrm>
        </p:spPr>
        <p:txBody>
          <a:bodyPr anchor="b">
            <a:noAutofit/>
          </a:bodyPr>
          <a:lstStyle/>
          <a:p>
            <a:pPr algn="ctr"/>
            <a:r>
              <a:rPr lang="en-US" sz="22800" dirty="0">
                <a:latin typeface="Algerian" panose="04020705040A02060702" pitchFamily="82" charset="0"/>
                <a:cs typeface="Aldhabi" panose="01000000000000000000" pitchFamily="2" charset="-78"/>
              </a:rPr>
              <a:t>TRC</a:t>
            </a:r>
            <a:r>
              <a:rPr lang="en-US" sz="22800" dirty="0">
                <a:latin typeface="Aldhabi" panose="01000000000000000000" pitchFamily="2" charset="-78"/>
                <a:cs typeface="Aldhabi" panose="01000000000000000000" pitchFamily="2" charset="-78"/>
              </a:rPr>
              <a:t> </a:t>
            </a:r>
            <a:r>
              <a:rPr lang="en-US" sz="22800" dirty="0">
                <a:latin typeface="Algerian" panose="04020705040A02060702" pitchFamily="82" charset="0"/>
                <a:cs typeface="Aldhabi" panose="01000000000000000000" pitchFamily="2" charset="-78"/>
              </a:rPr>
              <a:t>Visits</a:t>
            </a:r>
          </a:p>
        </p:txBody>
      </p:sp>
    </p:spTree>
    <p:extLst>
      <p:ext uri="{BB962C8B-B14F-4D97-AF65-F5344CB8AC3E}">
        <p14:creationId xmlns:p14="http://schemas.microsoft.com/office/powerpoint/2010/main" val="203213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F9DD8-C2FB-13CB-9FDA-8B21A127C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8AE0A2-C864-7FFC-7A7D-B00C8C119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0266"/>
            <a:ext cx="10515600" cy="5637469"/>
          </a:xfrm>
        </p:spPr>
        <p:txBody>
          <a:bodyPr>
            <a:noAutofit/>
          </a:bodyPr>
          <a:lstStyle/>
          <a:p>
            <a:pPr algn="ctr"/>
            <a:r>
              <a:rPr lang="en-US" sz="18000" dirty="0">
                <a:latin typeface="Algerian" panose="04020705040A02060702" pitchFamily="82" charset="0"/>
                <a:cs typeface="Aldhabi" panose="01000000000000000000" pitchFamily="2" charset="-78"/>
              </a:rPr>
              <a:t>Activity Corner</a:t>
            </a:r>
          </a:p>
        </p:txBody>
      </p:sp>
    </p:spTree>
    <p:extLst>
      <p:ext uri="{BB962C8B-B14F-4D97-AF65-F5344CB8AC3E}">
        <p14:creationId xmlns:p14="http://schemas.microsoft.com/office/powerpoint/2010/main" val="373893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763F0-E9E5-A84C-E52B-13D08E4C6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BB7390-441B-E16E-FFE1-6BA1B15D4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0266"/>
            <a:ext cx="10515600" cy="5637469"/>
          </a:xfrm>
        </p:spPr>
        <p:txBody>
          <a:bodyPr>
            <a:noAutofit/>
          </a:bodyPr>
          <a:lstStyle/>
          <a:p>
            <a:pPr algn="ctr"/>
            <a:r>
              <a:rPr lang="en-US" sz="15000" dirty="0">
                <a:latin typeface="Algerian" panose="04020705040A02060702" pitchFamily="82" charset="0"/>
                <a:cs typeface="Aldhabi" panose="01000000000000000000" pitchFamily="2" charset="-78"/>
              </a:rPr>
              <a:t>ECE Activities</a:t>
            </a:r>
          </a:p>
        </p:txBody>
      </p:sp>
    </p:spTree>
    <p:extLst>
      <p:ext uri="{BB962C8B-B14F-4D97-AF65-F5344CB8AC3E}">
        <p14:creationId xmlns:p14="http://schemas.microsoft.com/office/powerpoint/2010/main" val="986516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6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Aldhabi</vt:lpstr>
      <vt:lpstr>Algerian</vt:lpstr>
      <vt:lpstr>Arial</vt:lpstr>
      <vt:lpstr>Calibri</vt:lpstr>
      <vt:lpstr>Calibri Light</vt:lpstr>
      <vt:lpstr>Office Theme</vt:lpstr>
      <vt:lpstr>TRC Visits</vt:lpstr>
      <vt:lpstr>Activity Corner</vt:lpstr>
      <vt:lpstr>ECE Activities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Fayyaz Mohammad</dc:creator>
  <cp:lastModifiedBy>Fayyaz Mohammad</cp:lastModifiedBy>
  <cp:revision>2</cp:revision>
  <dcterms:created xsi:type="dcterms:W3CDTF">2024-11-25T07:02:10Z</dcterms:created>
  <dcterms:modified xsi:type="dcterms:W3CDTF">2024-11-25T09:53:09Z</dcterms:modified>
</cp:coreProperties>
</file>