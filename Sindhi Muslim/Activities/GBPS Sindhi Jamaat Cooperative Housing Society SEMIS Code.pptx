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F514-C5E3-2AB3-B7EB-4EC2FFB0B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79BEA9-0F84-0AF4-C0B8-59BFBB7B0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3F084-CF50-1FD0-C130-9DDF658C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B0B80-C9F9-AEE3-4133-1E2807EC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2D890-B2D1-8C88-7888-6901B627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0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299B-989B-318C-0EAB-D2937FD16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1C2CC-8352-3D83-B5E1-8BBF36053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9CFA5-2364-FD58-D920-9487B14A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6F047-1CF4-8C33-7D90-1BC15B08E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BF1D2-A8FD-458E-F0EC-51B05E28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42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EEDC-7DC8-98AA-ADA7-84EFC614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F8E6E-241C-3883-96CF-9E07518DB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3E947-E555-E54C-8B10-8691BAAB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0EF37-4763-8EB1-488F-21DE4EE1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17CCB-02E7-AFC5-1213-5CF96B83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0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338F-76A4-D874-90F4-208DBE7E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A81ED-1616-ABC1-42D9-2006CFAA9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89A6-61D8-E8F3-9A18-B97246869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7E851-74EF-7A85-D13A-D3D9C74D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751C7-0142-4A2E-7658-61F8459D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FBCAF-1911-894E-436F-9F6FB7C22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5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FF5C-588E-62C8-CC83-90DD72649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F2DC8-2EE2-ED01-48A7-D31C37C14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0C8D1-E7ED-E157-1C90-021EA23A4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DC512-4890-7C90-F6EF-C66858F0E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4D558C-0A7D-1A85-B689-933C7EA85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D8D7E9-C803-7C7C-B42D-BB59390EB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F6F0E-1D58-21D3-57AC-6D7EB64DB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3B36B-576D-F5DC-55F9-88D6D390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0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6A55-F577-8587-23BD-E0B67165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203EC4-B268-B6A1-1086-21A53826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D76E1-7139-004B-D460-6CA6E23A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A1B9F-9E9F-A809-1E22-CA91AD76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9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F47EB-D5E7-69FE-B146-0B715D58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765FA-2FCF-2612-9B3A-0216D8E5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41FC2-7233-14A7-076F-00CDE5A7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6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93A75-4073-7C1E-0B6F-5F1DE768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A718F-7964-7596-F056-65325AD60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47A5B-D54F-D52F-2CF5-C01E7CB5D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DF466-961F-299D-6349-B20C82C13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3C853-817A-5371-26E8-60FB7B8E5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F05B4-AEE6-52CF-6D64-45F6993A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4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F537-B2BC-20C7-D904-6EDB23BB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4BF067-8733-3FED-D50C-8A686CAA8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B15DE-B6C7-39B3-0DA2-AA3425C92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DAA24-8782-47ED-7501-1696654AE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0870-3FE6-57F5-8791-17CAE55D1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61FF2-B183-F7AC-8093-1D8169C0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49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D28B-C226-A0EB-325A-13F622B5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81CA9-3784-A6A6-5113-61A1A251C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1AA1B-E2EC-3DB0-564E-1F8566D4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ED6B1-5C5A-DF3B-ECB8-2DE7CD04D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5945C-26C1-58DD-307A-541D4C882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07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13EAB3-99EA-4010-D67B-19FE9C4DA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68FBD-F4C0-8A09-7FCA-5BB195468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BEB46-05D6-B1AE-3E7A-120E3D3E5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C054E-CD9D-4210-67C4-52E1F2B2C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19E23-BD37-B408-752D-3AD98C50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43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E37D5F-07A6-0E22-5A83-5154A8BE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6EA50-3851-E554-7447-4661E3BB8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7BC52-755D-CDE7-BD74-B9963B05C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0C6F0-8B2A-4AF1-93BE-8F2E54336AF6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DFB-BA02-D9A6-EDCA-858E326E0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7ACEA-63C2-3836-7837-ECC80BAB0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DB9A8-0081-4E61-96A8-1F5AC93E5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6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D57AC1-66F4-23C9-1C79-9743B12D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GBPS Sindhi Jamaat Cooperative Housing Society SEMIS Code: 408170153</a:t>
            </a:r>
            <a:br>
              <a:rPr lang="en-US" sz="2400" b="1" dirty="0">
                <a:latin typeface="+mn-lt"/>
              </a:rPr>
            </a:br>
            <a:r>
              <a:rPr lang="en-US" sz="4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Happy Teachers Day</a:t>
            </a:r>
            <a:endParaRPr lang="en-US" sz="2400" dirty="0">
              <a:latin typeface="+mn-lt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FB45F0E-61B0-5D99-A2FC-E475C2742C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52" y="1690688"/>
            <a:ext cx="5692782" cy="2617212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BF9B925-98C6-6841-6AA3-A79AAF0139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902" y="4533753"/>
            <a:ext cx="4463750" cy="21994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39DAEB-CF78-F1C0-24F8-51CDC22B4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979" y="1690688"/>
            <a:ext cx="4652821" cy="2617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230BF4-24FF-06FA-5442-5E35F015CD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034" y="4533754"/>
            <a:ext cx="3910064" cy="219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8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9DF2-6166-4948-A0C8-7FD30924B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D6BEAE-9863-6529-C54F-1C49F7F7B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GBPS Sindhi Jamaat Cooperative Housing Society SEMIS Code: 408170153</a:t>
            </a:r>
            <a:br>
              <a:rPr lang="en-US" sz="2400" b="1" dirty="0">
                <a:latin typeface="+mn-lt"/>
              </a:rPr>
            </a:br>
            <a:r>
              <a:rPr lang="en-US" sz="4800" b="1" dirty="0">
                <a:latin typeface="+mn-lt"/>
              </a:rPr>
              <a:t>Eid Milad-Un-Nabi</a:t>
            </a:r>
            <a:endParaRPr lang="en-US" sz="2400" dirty="0">
              <a:latin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09479D-0588-1A18-F3D6-254846CC52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9175DAD-D77D-DDD6-D215-DE52519FAD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375" y="2521973"/>
            <a:ext cx="6089278" cy="284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77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5CEF-3046-5006-2455-A440C2CF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3EA439-EE48-D319-846F-1EB8BD92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GBPS Sindhi Jamaat Cooperative Housing Society SEMIS Code: 408170153</a:t>
            </a:r>
            <a:br>
              <a:rPr lang="en-US" sz="2400" b="1" dirty="0">
                <a:latin typeface="+mn-lt"/>
              </a:rPr>
            </a:br>
            <a:r>
              <a:rPr lang="en-US" sz="4800" b="1" dirty="0">
                <a:latin typeface="+mn-lt"/>
              </a:rPr>
              <a:t>Assessment</a:t>
            </a:r>
            <a:endParaRPr lang="en-US" sz="2400" dirty="0"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AA1F1B-CEC7-DE7D-A8FC-1E2505437B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20" y="2001043"/>
            <a:ext cx="5512380" cy="4134285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3626031-51AE-7208-500B-75B7387DDC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631" y="2001044"/>
            <a:ext cx="5512379" cy="413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618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031C0-2546-47AD-7A5E-B7C45B134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4DA583-1436-1745-BEE5-AD8061F5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GBPS Sindhi Jamaat Cooperative Housing Society SEMIS Code: 408170153</a:t>
            </a:r>
            <a:br>
              <a:rPr lang="en-US" sz="2400" b="1" dirty="0">
                <a:latin typeface="+mn-lt"/>
              </a:rPr>
            </a:br>
            <a:r>
              <a:rPr lang="en-US" sz="4800" b="1" dirty="0">
                <a:latin typeface="+mn-lt"/>
              </a:rPr>
              <a:t>Parents Teacher Meeting (PTM)</a:t>
            </a:r>
            <a:endParaRPr lang="en-US" sz="2400" dirty="0">
              <a:latin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67FEAF-E0E9-FD67-3B37-37A7AB6D83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059208"/>
            <a:ext cx="5280267" cy="3958134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A05329C-4A73-6552-5604-07EE20E9B5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80" y="2059208"/>
            <a:ext cx="5280103" cy="395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0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8FCFB-A1EE-3902-0E38-1D78C585D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3F179A-6CBE-6DE4-F33B-0BC2ADDCB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GBPS Sindhi Jamaat Cooperative Housing Society SEMIS Code: 408170153</a:t>
            </a:r>
            <a:br>
              <a:rPr lang="en-US" sz="2400" b="1" dirty="0">
                <a:latin typeface="+mn-lt"/>
              </a:rPr>
            </a:br>
            <a:r>
              <a:rPr lang="en-US" sz="4800" b="1" dirty="0">
                <a:latin typeface="+mn-lt"/>
              </a:rPr>
              <a:t>6 September Defense Day</a:t>
            </a:r>
            <a:endParaRPr lang="en-US" sz="2400" dirty="0"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7F5038-64FC-7DA7-FCC3-7D1F52BFEF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09" y="2521974"/>
            <a:ext cx="5933787" cy="2772697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F15AD26-3537-919F-A9F7-EAE18FF474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793" y="2521974"/>
            <a:ext cx="5935753" cy="277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65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E94A9-C622-3D0A-8C14-B585E191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9F389A-7BF7-EDAB-D8DE-3ECC7B3E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GBPS Sindhi Jamaat Cooperative Housing Society SEMIS Code: 408170153</a:t>
            </a:r>
            <a:br>
              <a:rPr lang="en-US" sz="2400" b="1" dirty="0">
                <a:latin typeface="+mn-lt"/>
              </a:rPr>
            </a:br>
            <a:r>
              <a:rPr lang="en-US" sz="4800" b="1" dirty="0">
                <a:latin typeface="+mn-lt"/>
              </a:rPr>
              <a:t>Mango Day</a:t>
            </a:r>
            <a:endParaRPr lang="en-US" sz="2400" dirty="0">
              <a:latin typeface="+mn-lt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1B93A9-0C33-211C-7F3A-0083225856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81" y="1838811"/>
            <a:ext cx="5768019" cy="4326015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8BD401F-2FDE-94B5-96C8-F4146CA26E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838811"/>
            <a:ext cx="5768020" cy="432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17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9014-5D8D-AEBE-9344-8AE4AE3D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72175A-6710-E4C3-F4CD-4B51B2A8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GBPS Sindhi Jamaat Cooperative Housing Society SEMIS Code: 408170153</a:t>
            </a:r>
            <a:br>
              <a:rPr lang="en-US" sz="2400" b="1" dirty="0">
                <a:latin typeface="+mn-lt"/>
              </a:rPr>
            </a:br>
            <a:r>
              <a:rPr lang="en-US" sz="4800" b="1" dirty="0">
                <a:latin typeface="+mn-lt"/>
              </a:rPr>
              <a:t>14 August Independence Day</a:t>
            </a:r>
            <a:endParaRPr lang="en-US" sz="2400" dirty="0">
              <a:latin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4B5742-1AE6-926A-26B5-1FC024CFD2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3" y="2101188"/>
            <a:ext cx="5456903" cy="409647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221F6C6-2B87-E22D-52D6-9AAA76093D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477651" y="1520529"/>
            <a:ext cx="4494500" cy="525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15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0E385-1081-1A1A-8058-0BB4D9A6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A7C6BE-22F6-AFCD-8A36-5785278B4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GBPS Sindhi Jamaat Cooperative Housing Society SEMIS Code: 408170153</a:t>
            </a:r>
            <a:br>
              <a:rPr lang="en-US" sz="2400" b="1" dirty="0">
                <a:latin typeface="+mn-lt"/>
              </a:rPr>
            </a:br>
            <a:r>
              <a:rPr lang="en-US" sz="4800" b="1" dirty="0">
                <a:latin typeface="+mn-lt"/>
              </a:rPr>
              <a:t>Health Screening Day</a:t>
            </a:r>
            <a:endParaRPr lang="en-US" sz="2400" dirty="0">
              <a:latin typeface="+mn-lt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46089C0-AC66-8E34-AC7F-86DA7B9F4E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" y="2404320"/>
            <a:ext cx="6663602" cy="3110097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8D7A0E0-3580-8B2F-CC96-E161297CAC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994" y="2016269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2781347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B503E-6FF3-5DD1-EA65-E7704BEC1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E94038-B920-DA8F-A65F-A8B920C9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GBPS Sindhi Jamaat Cooperative Housing Society SEMIS Code: 408170153</a:t>
            </a:r>
            <a:br>
              <a:rPr lang="en-US" sz="2400" b="1" dirty="0">
                <a:latin typeface="+mn-lt"/>
              </a:rPr>
            </a:br>
            <a:r>
              <a:rPr lang="en-US" sz="4800" b="1" dirty="0">
                <a:latin typeface="+mn-lt"/>
              </a:rPr>
              <a:t>Art/Plantation Activity</a:t>
            </a:r>
            <a:endParaRPr lang="en-US" sz="2400" dirty="0">
              <a:latin typeface="+mn-lt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C0218B5-C737-D2CB-9BAD-D9078A24F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607" y="1690688"/>
            <a:ext cx="3672348" cy="4896465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5756C4-C570-7F60-3C14-340080B1D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047" y="1690688"/>
            <a:ext cx="2775155" cy="493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2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80064-4D1F-10D6-0EC7-2A6583CC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5E82DC-B734-23A5-AD18-D61DC814A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GBPS Sindhi Jamaat Cooperative Housing Society SEMIS Code: 408170153</a:t>
            </a:r>
            <a:br>
              <a:rPr lang="en-US" sz="2400" b="1" dirty="0">
                <a:latin typeface="+mn-lt"/>
              </a:rPr>
            </a:br>
            <a:r>
              <a:rPr lang="en-US" sz="4800" b="1" dirty="0">
                <a:latin typeface="+mn-lt"/>
              </a:rPr>
              <a:t>Healthy Food Day</a:t>
            </a:r>
            <a:endParaRPr lang="en-US" sz="2400" dirty="0">
              <a:latin typeface="+mn-lt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2601BE2-71B5-205D-486C-102E7B45C2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7" y="1825625"/>
            <a:ext cx="4985033" cy="3738775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EFBFD62-073C-A51A-E8F7-D2473D23B1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175" y="1825625"/>
            <a:ext cx="2979336" cy="3738775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FFA3B-79A4-2440-6A0D-B034AB05FE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37" y="1825625"/>
            <a:ext cx="2804082" cy="37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03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6369-3D73-C691-4A24-38A91715E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A07250-867A-C297-D1C7-A0A0C647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GBPS Sindhi Jamaat Cooperative Housing Society SEMIS Code: 408170153</a:t>
            </a:r>
            <a:br>
              <a:rPr lang="en-US" sz="2400" b="1">
                <a:latin typeface="+mn-lt"/>
              </a:rPr>
            </a:br>
            <a:r>
              <a:rPr lang="en-US" sz="4800" b="1">
                <a:latin typeface="+mn-lt"/>
              </a:rPr>
              <a:t>Iqbal Day</a:t>
            </a:r>
            <a:endParaRPr lang="en-US" sz="2400" dirty="0">
              <a:latin typeface="+mn-lt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2EAB278-EAC2-F1BE-B506-009E47277F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10" y="2058194"/>
            <a:ext cx="5651090" cy="4238318"/>
          </a:xfr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C850EF2-46DE-BCA1-67D6-8AA3A588EF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2058194"/>
            <a:ext cx="5651091" cy="4238318"/>
          </a:xfrm>
        </p:spPr>
      </p:pic>
    </p:spTree>
    <p:extLst>
      <p:ext uri="{BB962C8B-B14F-4D97-AF65-F5344CB8AC3E}">
        <p14:creationId xmlns:p14="http://schemas.microsoft.com/office/powerpoint/2010/main" val="439886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155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GBPS Sindhi Jamaat Cooperative Housing Society SEMIS Code: 408170153 Happy Teachers Day</vt:lpstr>
      <vt:lpstr>GBPS Sindhi Jamaat Cooperative Housing Society SEMIS Code: 408170153 Eid Milad-Un-Nabi</vt:lpstr>
      <vt:lpstr>GBPS Sindhi Jamaat Cooperative Housing Society SEMIS Code: 408170153 Assessment</vt:lpstr>
      <vt:lpstr>GBPS Sindhi Jamaat Cooperative Housing Society SEMIS Code: 408170153 Parents Teacher Meeting (PTM)</vt:lpstr>
      <vt:lpstr>GBPS Sindhi Jamaat Cooperative Housing Society SEMIS Code: 408170153 6 September Defense Day</vt:lpstr>
      <vt:lpstr>GBPS Sindhi Jamaat Cooperative Housing Society SEMIS Code: 408170153 Mango Day</vt:lpstr>
      <vt:lpstr>GBPS Sindhi Jamaat Cooperative Housing Society SEMIS Code: 408170153 14 August Independence Day</vt:lpstr>
      <vt:lpstr>GBPS Sindhi Jamaat Cooperative Housing Society SEMIS Code: 408170153 Health Screening Day</vt:lpstr>
      <vt:lpstr>GBPS Sindhi Jamaat Cooperative Housing Society SEMIS Code: 408170153 Art/Plantation Activity</vt:lpstr>
      <vt:lpstr>GBPS Sindhi Jamaat Cooperative Housing Society SEMIS Code: 408170153 Healthy Food Day</vt:lpstr>
      <vt:lpstr>GBPS Sindhi Jamaat Cooperative Housing Society SEMIS Code: 408170153 Iqbal 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Fayyaz Mohammad</dc:creator>
  <cp:lastModifiedBy>Fayyaz Mohammad</cp:lastModifiedBy>
  <cp:revision>6</cp:revision>
  <dcterms:created xsi:type="dcterms:W3CDTF">2024-12-04T06:46:29Z</dcterms:created>
  <dcterms:modified xsi:type="dcterms:W3CDTF">2025-04-28T07:14:57Z</dcterms:modified>
</cp:coreProperties>
</file>