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7" d="100"/>
          <a:sy n="37" d="100"/>
        </p:scale>
        <p:origin x="260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733CC-1F97-37C4-0DF6-16890324A2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5CE99C-B7E2-1945-A55C-9C08034B28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9AFB28-16D2-AAA0-9C5C-1DEA7FECD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ECF67-24AF-418A-BA77-30B73D5AAA6D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C7AD7-7C0E-4A99-5C38-498E62A62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BF4707-7E31-4CB1-4877-9AC4F3455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8EB63-0589-46D3-B6F3-E092B315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233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3A4DA-6328-4010-D56D-D23D8933D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66D11-8BB2-C1C0-184A-4003B8809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47E8D-A74A-5557-AD45-028ABD259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ECF67-24AF-418A-BA77-30B73D5AAA6D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5B48A-56E9-4882-9E18-A99E812F0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5D575-9058-C578-EFDB-EE4B4A296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8EB63-0589-46D3-B6F3-E092B315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942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8BD12-B972-A80F-33E4-3CE152C86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6" y="3039535"/>
            <a:ext cx="5915025" cy="507153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EE0BE2-36C3-3382-C699-C41555A6F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6" y="8159046"/>
            <a:ext cx="5915025" cy="266699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D6D5F-FF6B-DE5E-F996-3BB2D77F4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ECF67-24AF-418A-BA77-30B73D5AAA6D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4D313-B560-8E50-C157-B8F9D5A0E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D4CB4-1772-B697-6025-9BAD2C228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8EB63-0589-46D3-B6F3-E092B315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171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51B1F-F437-1AFB-853F-93CC26E42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5CAB7-51A6-975E-1AD2-EF23139411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736D1-E06D-9156-5E12-67177E7830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A70A6B-C542-7CA5-314D-DD67CA14E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ECF67-24AF-418A-BA77-30B73D5AAA6D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4215E6-DC3B-09DF-40EB-B837EA2D9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F64618-A6AA-A611-2C44-F29BEDCCD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8EB63-0589-46D3-B6F3-E092B315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647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00719-A938-B04C-7007-C0231A83C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49112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75BB5F-2BE1-D4F0-51D3-96B43B6F8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686B45-5928-005B-A089-23045967F9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7BA722-38B2-174D-C9AE-8DB31D9082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53010D-F097-5CF1-85E1-9027A13141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2062F6-69A1-EE67-DDF4-EC4FB137A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ECF67-24AF-418A-BA77-30B73D5AAA6D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E96832-2F91-6232-A231-BF5599F38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81BFE4-B8CB-C422-8D98-D8C667EB1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8EB63-0589-46D3-B6F3-E092B315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001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94F07-291F-B867-AE82-D52F77521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E157A5-645C-A3DE-FF34-B03D32853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ECF67-24AF-418A-BA77-30B73D5AAA6D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75C103-5B08-175E-E812-35D3FE048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2DC519-E0BB-27B4-015C-427A8772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8EB63-0589-46D3-B6F3-E092B315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697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FAFD2F-7D0A-5D01-07F1-22BB068FC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ECF67-24AF-418A-BA77-30B73D5AAA6D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F6696C-0629-6870-86E4-A5E334FBA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CB8450-F6B5-177F-4E7E-B360C3F32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8EB63-0589-46D3-B6F3-E092B315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484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4DDAE-A592-FF07-ACBC-C4EEEF038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FB415-55DF-5813-DF54-8B6AA71A9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B129DB-46A0-DF59-A334-867FD45A0F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A82F48-DCE6-181A-136E-D1AE27873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ECF67-24AF-418A-BA77-30B73D5AAA6D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8674FE-66BE-D695-305D-BF6A27DFE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22D24D-887C-F446-CF94-9B6530CE2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8EB63-0589-46D3-B6F3-E092B315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846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14D9F-D51B-D5E6-D90A-0BDCEF832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6DB5EC-15BC-93B2-14DD-DBEA5D078E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AE5082-CA96-C661-D9C2-B2821FC3DD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A4807-2E63-FA54-4EA7-7FDC4EE0B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ECF67-24AF-418A-BA77-30B73D5AAA6D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ABA347-C84C-C055-27C6-FE76844D5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53EE7E-3DCA-38EC-0304-5CBA3E3A9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8EB63-0589-46D3-B6F3-E092B315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448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1BA47-1C6C-5417-105F-4DCC5AF2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ECEE01-2B5B-E5C6-5C90-875991455D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F3FA3-25FB-E0B6-BC62-FD4778A09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ECF67-24AF-418A-BA77-30B73D5AAA6D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6875D-BBCB-203B-E82F-99D12B77F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E6149-8D2F-8F79-7715-ED5DFF15C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8EB63-0589-46D3-B6F3-E092B315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493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33213D-2A14-5413-3BFD-A30BB2F8B9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7756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4CAD26-4613-6600-6FA0-D25D89704B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7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65F60-16EE-CA62-E299-69EC86CE8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ECF67-24AF-418A-BA77-30B73D5AAA6D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4509C-7267-CC57-4A33-42B87C2F4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AC34A-88A5-85C2-7BF3-DDF3F7748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8EB63-0589-46D3-B6F3-E092B315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594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97230C-DF54-6E01-9978-78A5D36FC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649112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E23C09-F38F-2121-2084-573E92A11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A7775-5F16-3370-9AEA-5161ACF7B6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ECF67-24AF-418A-BA77-30B73D5AAA6D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70376-097A-CE75-721D-F41491E69A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378A41-0EC9-6D14-1D32-5FEB4A6E13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D8EB63-0589-46D3-B6F3-E092B315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137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56B6AED-7B79-2FDF-FDF8-79E4350B78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1926368"/>
              </p:ext>
            </p:extLst>
          </p:nvPr>
        </p:nvGraphicFramePr>
        <p:xfrm>
          <a:off x="292100" y="342900"/>
          <a:ext cx="6362700" cy="1737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62700">
                  <a:extLst>
                    <a:ext uri="{9D8B030D-6E8A-4147-A177-3AD203B41FA5}">
                      <a16:colId xmlns:a16="http://schemas.microsoft.com/office/drawing/2014/main" val="8849486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Assembly Activity (ECE Daffodils)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6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15-4-2025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3294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Safa Dil Murad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1473139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130368DD-457B-4A82-C19F-DDB7006F15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" y="2341170"/>
            <a:ext cx="2743200" cy="3657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4276BB-48D4-5E00-0C3F-65FD86A7FC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6556020"/>
            <a:ext cx="2743200" cy="2057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550B483-84C2-BF0E-8A62-C60858DA33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2307326"/>
            <a:ext cx="2743200" cy="36576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967D5B8-1D85-75D8-695E-D461E67FF5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" y="6556020"/>
            <a:ext cx="274320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18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10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Fayyaz Mohammad</dc:creator>
  <cp:lastModifiedBy>Fayyaz Mohammad</cp:lastModifiedBy>
  <cp:revision>4</cp:revision>
  <dcterms:created xsi:type="dcterms:W3CDTF">2025-04-17T05:31:57Z</dcterms:created>
  <dcterms:modified xsi:type="dcterms:W3CDTF">2025-04-17T05:56:31Z</dcterms:modified>
</cp:coreProperties>
</file>