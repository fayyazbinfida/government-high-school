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2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33CC-1F97-37C4-0DF6-16890324A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CE99C-B7E2-1945-A55C-9C08034B2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AFB28-16D2-AAA0-9C5C-1DEA7FECD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C7AD7-7C0E-4A99-5C38-498E62A6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F4707-7E31-4CB1-4877-9AC4F345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3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A4DA-6328-4010-D56D-D23D8933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66D11-8BB2-C1C0-184A-4003B880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47E8D-A74A-5557-AD45-028ABD25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5B48A-56E9-4882-9E18-A99E812F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D575-9058-C578-EFDB-EE4B4A29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4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BD12-B972-A80F-33E4-3CE152C8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E0BE2-36C3-3382-C699-C41555A6F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6D5F-FF6B-DE5E-F996-3BB2D77F4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4D313-B560-8E50-C157-B8F9D5A0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D4CB4-1772-B697-6025-9BAD2C22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7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1B1F-F437-1AFB-853F-93CC26E4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5CAB7-51A6-975E-1AD2-EF2313941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736D1-E06D-9156-5E12-67177E783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70A6B-C542-7CA5-314D-DD67CA14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215E6-DC3B-09DF-40EB-B837EA2D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64618-A6AA-A611-2C44-F29BEDCC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4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0719-A938-B04C-7007-C0231A83C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5BB5F-2BE1-D4F0-51D3-96B43B6F8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86B45-5928-005B-A089-23045967F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BA722-38B2-174D-C9AE-8DB31D908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3010D-F097-5CF1-85E1-9027A1314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062F6-69A1-EE67-DDF4-EC4FB137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96832-2F91-6232-A231-BF5599F3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1BFE4-B8CB-C422-8D98-D8C667EB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0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4F07-291F-B867-AE82-D52F7752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157A5-645C-A3DE-FF34-B03D3285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5C103-5B08-175E-E812-35D3FE04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DC519-E0BB-27B4-015C-427A8772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9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FAFD2F-7D0A-5D01-07F1-22BB068F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6696C-0629-6870-86E4-A5E334FB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B8450-F6B5-177F-4E7E-B360C3F3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8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DDAE-A592-FF07-ACBC-C4EEEF03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B415-55DF-5813-DF54-8B6AA71A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129DB-46A0-DF59-A334-867FD45A0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82F48-DCE6-181A-136E-D1AE278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674FE-66BE-D695-305D-BF6A27DF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2D24D-887C-F446-CF94-9B6530CE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4D9F-D51B-D5E6-D90A-0BDCEF83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DB5EC-15BC-93B2-14DD-DBEA5D078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E5082-CA96-C661-D9C2-B2821FC3D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A4807-2E63-FA54-4EA7-7FDC4EE0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BA347-C84C-C055-27C6-FE76844D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3EE7E-3DCA-38EC-0304-5CBA3E3A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4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BA47-1C6C-5417-105F-4DCC5AF2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CEE01-2B5B-E5C6-5C90-875991455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3FA3-25FB-E0B6-BC62-FD4778A0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6875D-BBCB-203B-E82F-99D12B77F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E6149-8D2F-8F79-7715-ED5DFF15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9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33213D-2A14-5413-3BFD-A30BB2F8B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CAD26-4613-6600-6FA0-D25D89704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65F60-16EE-CA62-E299-69EC86CE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4509C-7267-CC57-4A33-42B87C2F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AC34A-88A5-85C2-7BF3-DDF3F774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9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7230C-DF54-6E01-9978-78A5D36F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23C09-F38F-2121-2084-573E92A11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A7775-5F16-3370-9AEA-5161ACF7B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70376-097A-CE75-721D-F41491E69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8A41-0EC9-6D14-1D32-5FEB4A6E1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3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6B6AED-7B79-2FDF-FDF8-79E4350B7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926368"/>
              </p:ext>
            </p:extLst>
          </p:nvPr>
        </p:nvGraphicFramePr>
        <p:xfrm>
          <a:off x="292100" y="342900"/>
          <a:ext cx="6362700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62700">
                  <a:extLst>
                    <a:ext uri="{9D8B030D-6E8A-4147-A177-3AD203B41FA5}">
                      <a16:colId xmlns:a16="http://schemas.microsoft.com/office/drawing/2014/main" val="88494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Assembly Activity (ECE Daffodils)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15-4-2025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9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Safa Dil Murad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47313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30368DD-457B-4A82-C19F-DDB7006F1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341170"/>
            <a:ext cx="27432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4276BB-48D4-5E00-0C3F-65FD86A7F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6556020"/>
            <a:ext cx="2743200" cy="2057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50B483-84C2-BF0E-8A62-C60858DA3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307326"/>
            <a:ext cx="2743200" cy="3657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67D5B8-1D85-75D8-695E-D461E67FF5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6556020"/>
            <a:ext cx="2743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8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BCB7-24B8-DB07-F554-128C033B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505CFF-D065-8BF6-5A79-ED7324D9DF55}"/>
              </a:ext>
            </a:extLst>
          </p:cNvPr>
          <p:cNvGraphicFramePr>
            <a:graphicFrameLocks noGrp="1"/>
          </p:cNvGraphicFramePr>
          <p:nvPr/>
        </p:nvGraphicFramePr>
        <p:xfrm>
          <a:off x="292100" y="342900"/>
          <a:ext cx="6362700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62700">
                  <a:extLst>
                    <a:ext uri="{9D8B030D-6E8A-4147-A177-3AD203B41FA5}">
                      <a16:colId xmlns:a16="http://schemas.microsoft.com/office/drawing/2014/main" val="88494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Assembly Activity (ECE Daffodils)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17-4-2025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9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Noor Fatima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47313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D3A70E-DA3C-2944-FA77-434E8238A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11" y="2328050"/>
            <a:ext cx="2834640" cy="3779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00542F-4159-F183-54EC-AA5A8B27A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11" y="6329541"/>
            <a:ext cx="2834640" cy="3779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006907-BD56-A22B-9668-A48E7C4AE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50" y="6329541"/>
            <a:ext cx="2834640" cy="1785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2A44FE-EF58-5EA0-D054-AFCEA117C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50" y="2328050"/>
            <a:ext cx="2834640" cy="37795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3871F3-D469-C245-9CE2-47D7A12AF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50" y="8219301"/>
            <a:ext cx="2834640" cy="18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3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3</cp:revision>
  <dcterms:created xsi:type="dcterms:W3CDTF">2025-04-17T05:31:57Z</dcterms:created>
  <dcterms:modified xsi:type="dcterms:W3CDTF">2025-04-17T05:55:32Z</dcterms:modified>
</cp:coreProperties>
</file>